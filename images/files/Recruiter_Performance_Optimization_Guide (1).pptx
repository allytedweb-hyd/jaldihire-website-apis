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Recruiter Performance Optimization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Maximizing Efficiency and Effectiveness in Recruitment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today's competitive job market, optimizing recruiter performance is essential.</a:t>
            </a:r>
          </a:p>
          <a:p>
            <a:r>
              <a:t>This guide provides strategies to enhance efficiency, effectiveness, and candidate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Time-to-Fill</a:t>
            </a:r>
          </a:p>
          <a:p>
            <a:r>
              <a:t>2. Quality of Hire</a:t>
            </a:r>
          </a:p>
          <a:p>
            <a:r>
              <a:t>3. Candidate Satisfaction Score</a:t>
            </a:r>
          </a:p>
          <a:p>
            <a:r>
              <a:t>4. Offer Acceptance Rate</a:t>
            </a:r>
          </a:p>
          <a:p>
            <a:r>
              <a:t>5. Sourcing Channel Effectiveness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Leveraging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 an Applicant Tracking System (ATS) to streamline processes.</a:t>
            </a:r>
          </a:p>
          <a:p>
            <a:r>
              <a:t>2. Implement AI tools for resume screening and candidate matching.</a:t>
            </a:r>
          </a:p>
          <a:p>
            <a:r>
              <a:t>3. Utilize data analytics to track recruitment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Strong Employer Brand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Showcase company culture on social media and career pages.</a:t>
            </a:r>
          </a:p>
          <a:p>
            <a:r>
              <a:t>2. Encourage employee testimonials and reviews.</a:t>
            </a:r>
          </a:p>
          <a:p>
            <a:r>
              <a:t>3. Engage with candidates through meaningful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Enhancing Candidate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Streamline the application process to reduce drop-off rates.</a:t>
            </a:r>
          </a:p>
          <a:p>
            <a:r>
              <a:t>2. Provide clear communication throughout the hiring process.</a:t>
            </a:r>
          </a:p>
          <a:p>
            <a:r>
              <a:t>3. Collect feedback to continuously improve the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Invest in ongoing training for recruiters.</a:t>
            </a:r>
          </a:p>
          <a:p>
            <a:r>
              <a:t>2. Encourage participation in industry conferences and webinars.</a:t>
            </a:r>
          </a:p>
          <a:p>
            <a:r>
              <a:t>3. Share best practices and success stories among the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Optimizing recruiter performance is a continuous process.</a:t>
            </a:r>
          </a:p>
          <a:p>
            <a:r>
              <a:t>By focusing on KPIs, leveraging technology, and enhancing candidate experience,</a:t>
            </a:r>
          </a:p>
          <a:p>
            <a:r>
              <a:t>companies can improve their recruitment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Recruiter Performance Optimization Guide</vt:lpstr>
      <vt:lpstr>Introduction</vt:lpstr>
      <vt:lpstr>Key Performance Indicators (KPIs)</vt:lpstr>
      <vt:lpstr>Leveraging Technology</vt:lpstr>
      <vt:lpstr>Building a Strong Employer Brand</vt:lpstr>
      <vt:lpstr>Enhancing Candidate Experience</vt:lpstr>
      <vt:lpstr>Training and Development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Recruiter Performance Optimization Guide</dc:title>
  <dc:subject/>
  <dc:creator/>
  <cp:keywords/>
  <dc:description>generated using python-pptx</dc:description>
  <cp:lastModifiedBy>Anvesh Pulijala</cp:lastModifiedBy>
  <cp:revision>1</cp:revision>
  <dcterms:created xsi:type="dcterms:W3CDTF">2013-01-27T09:14:16Z</dcterms:created>
  <dcterms:modified xsi:type="dcterms:W3CDTF">2024-10-13T09:21:11Z</dcterms:modified>
  <cp:category/>
</cp:coreProperties>
</file>